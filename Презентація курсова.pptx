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682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комісію. Тема моєї курсової роботи — консольна гра «Бики та Корови» на мові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Розповім по шести розділах: задача, структура, алгоритм, ANSI-інтерфейс, демо і висновки.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Класична логічна гра: вгадати 4-значне число, отримуючи підказки у вигляді биків та корів.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Програма складається з трьох ключових функцій: генератора, оцінювача та головного циклу гри.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Генерація використовує rand() з seed по часу. Підрахунок — подвійний цикл: зовнішній по позиціях, внутрішній для пошуку корів.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Кожна цифра відповіді підсвічується: зелений — бик, жовтий — корова, червоний — відсутня. Для кросплатформності викликається SetConsoleOutputCP(65001).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 виводить підказки з кольоровим підсвіченням цифр. Реалізована повна валідація вводу — перевірка довжини, типу символів та унікальності.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Підсумовую: реалізовано повноцінну гру на C++, яка демонструє роботу з масивами, генерацією випадкових чисел, рядками та форматованим виводом у консоль.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02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4800" b="1" dirty="0">
                <a:solidFill>
                  <a:srgbClr val="14B8A6"/>
                </a:solidFill>
              </a:rPr>
              <a:t>1</a:t>
            </a:r>
            <a:r>
              <a:rPr lang="uk-UA" sz="4800" b="1" dirty="0">
                <a:solidFill>
                  <a:srgbClr val="F59E0B"/>
                </a:solidFill>
              </a:rPr>
              <a:t>4</a:t>
            </a:r>
            <a:r>
              <a:rPr lang="uk-UA" sz="4800" b="1" dirty="0">
                <a:solidFill>
                  <a:srgbClr val="EF4444"/>
                </a:solidFill>
              </a:rPr>
              <a:t>8</a:t>
            </a:r>
            <a:r>
              <a:rPr lang="uk-UA" sz="4800" b="1" dirty="0">
                <a:solidFill>
                  <a:srgbClr val="14B8A6"/>
                </a:solidFill>
              </a:rPr>
              <a:t>9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 «Бики та Корови»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Консольна гра на C++ з кольоровим інтерфейсом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9658" y="2857501"/>
            <a:ext cx="8404683" cy="4571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9196" y="2994661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Курсова робота з дисципліни «Програмування»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тудент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 </a:t>
            </a:r>
            <a:r>
              <a:rPr lang="uk-UA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</a:t>
            </a:r>
            <a:r>
              <a:rPr lang="en-US" sz="1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упи</a:t>
            </a:r>
            <a:r>
              <a:rPr lang="uk-UA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Дорохов Ярослав Викладач</a:t>
            </a:r>
            <a:r>
              <a:rPr lang="en-US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uk-UA" sz="1400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Олійник В.В 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uk-UA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захисту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0700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143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 задачі та мета роботи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39572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53312" y="2331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програми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58444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53312" y="35204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генерації та перевірки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20700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9552" y="11430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Кольоровий інтерфейс (ANSI)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39572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9552" y="2331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Демонстрація роботи програми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584448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84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9552" y="35204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Опис задачі та мета роботи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02920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uk-UA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загадує 4-значне число з унікальних цифр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64792"/>
            <a:ext cx="502920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810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вводить варіанти — отримує підказки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502920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6946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Бик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цифра на правильній позиції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02920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3284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Корова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цифра є, але не на своєму місці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502920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087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 бики — гравець переміг!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0" y="1005840"/>
            <a:ext cx="2926080" cy="374904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097279"/>
            <a:ext cx="2651760" cy="1007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150876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Секрет: </a:t>
            </a:r>
            <a:r>
              <a:rPr lang="en-US" sz="13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3 7 1 5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варіант: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3 2 5 1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Бики: 1</a:t>
            </a:r>
            <a:r>
              <a:rPr lang="uk-UA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(3)
</a:t>
            </a:r>
            <a:r>
              <a:rPr lang="en-US" sz="1300" dirty="0" err="1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Корови</a:t>
            </a: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2</a:t>
            </a:r>
            <a:r>
              <a:rPr lang="uk-UA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(5,1)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програми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85584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61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generateSecret()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vector&lt;int&gt;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188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Генерує 4 унікальні випадкові цифри (0–9) без повторень методом перебору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957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getBullsCows()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16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pair&lt;int,int&gt;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 секрет із введенням, повертає кількість биків та корів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3017520" cy="109728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01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50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цикл гри: введення, валідація, виведення результату з ANSI-кольорами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генерації та перевірки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числа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08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Ініціалізація srand(time(nullptr))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11096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947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Генерація випадкової цифри (0–9)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Перевірка унікальності в масиві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0266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Якщо дублікат — повторити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566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Додати до секретного масиву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3749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1056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Повторити 4 рази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Підрахунок биків/корів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408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Отримати guess[i]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911096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secret[i] == guess[i]? → Бик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450592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Інакше: шукаємо у secret[]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99008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EF9C3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3026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Знайдено → Корова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515408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Не знайдено → жодного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4069080"/>
            <a:ext cx="3931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41056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Повернути {bulls, cows}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Кольоровий інтерфейс (ANSI)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241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escape-коди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стандарт управління терміналом для зміни кольору та форматування тексту.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Формат: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\033[Xm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де X — код кольору (31=червоний, 32=зелений, 33=жовтий…)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66534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3408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\033[32m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5968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Бик (правильна позиція)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854D0E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65576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65576" y="23408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\033[33m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65576" y="25968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Корова (є, але не тут)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19202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991B1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2784" y="2011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2784" y="23408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\033[31m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2784" y="25968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Цифра відсутня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0E749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364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3694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\033[36m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 на введення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5848" y="32735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E40A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65576" y="3364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65576" y="3694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\033[34m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65576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Заголовок / підсумок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3056" y="3273552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34155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3364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2784" y="3694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\033[0m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39502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Скидання до стандартного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Демонстрація роботи програми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120640" cy="384048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5120640" cy="347472"/>
          </a:xfrm>
          <a:prstGeom prst="roundRect">
            <a:avLst>
              <a:gd name="adj" fmla="val 3947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● ● 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1005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console — Бики та Корови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 err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Гра</a:t>
            </a:r>
            <a:r>
              <a:rPr lang="uk-UA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 err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Бики</a:t>
            </a:r>
            <a:r>
              <a:rPr lang="uk-UA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 err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</a:t>
            </a:r>
            <a:r>
              <a:rPr lang="uk-UA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00" dirty="0" err="1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Корови</a:t>
            </a: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Комп'ютер загадав 4 унікальні цифри.
</a:t>
            </a: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варіант (4 цифри):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3251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Результат: </a:t>
            </a: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Бики: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Корови: </a:t>
            </a:r>
            <a:r>
              <a:rPr lang="en-US" sz="12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
</a:t>
            </a: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Ваш варіант (4 цифри): 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3715
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Результат: </a:t>
            </a: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Бики: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Корови: 0
</a:t>
            </a: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Вітаємо! Ви вгадали число!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введення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3328" y="1463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Рівно 4 символи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08483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53328" y="21305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Тільки цифри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2752344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53328" y="27980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Унікальні цифри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3419856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53328" y="34655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«abc» → помилка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4087368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53328" y="41330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«1123» → повтор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36118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Висновки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класичну логічну гру з повним циклом ігрової логіки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92938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Застосовано модульну структуру: генератор, оцінювач, головний цикл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2432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Освоєно ANSI escape-коди для кольорового виводу в терміналі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27355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31927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Реалізована перевірка введення з інформативними повідомленнями про помилки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68496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401421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протестована та коректно відпрацьовує всі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ігрові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</a:t>
            </a:r>
            <a:r>
              <a:rPr lang="uk-UA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698</Words>
  <Application>Microsoft Office PowerPoint</Application>
  <PresentationFormat>Екран (16:9)</PresentationFormat>
  <Paragraphs>119</Paragraphs>
  <Slides>8</Slides>
  <Notes>8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Times New Roman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 Бики та Корови — Захист Курсової</dc:title>
  <dc:subject>PptxGenJS Presentation</dc:subject>
  <dc:creator>XXXXX</dc:creator>
  <cp:lastModifiedBy>Ян</cp:lastModifiedBy>
  <cp:revision>4</cp:revision>
  <dcterms:created xsi:type="dcterms:W3CDTF">2026-06-09T17:09:02Z</dcterms:created>
  <dcterms:modified xsi:type="dcterms:W3CDTF">2026-06-09T17:34:50Z</dcterms:modified>
</cp:coreProperties>
</file>